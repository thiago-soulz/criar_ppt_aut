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539" r:id="rId5"/>
    <p:sldId id="553" r:id="rId14"/>
    <p:sldId id="554" r:id="rId15"/>
    <p:sldId id="555" r:id="rId16"/>
    <p:sldId id="556" r:id="rId17"/>
    <p:sldId id="557" r:id="rId18"/>
    <p:sldId id="558" r:id="rId19"/>
    <p:sldId id="559" r:id="rId20"/>
    <p:sldId id="560" r:id="rId21"/>
    <p:sldId id="561" r:id="rId22"/>
    <p:sldId id="562" r:id="rId23"/>
    <p:sldId id="552" r:id="rId7"/>
  </p:sldIdLst>
  <p:sldSz cx="12192000" cy="6858000"/>
  <p:notesSz cx="6858000" cy="992663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BF5"/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EDBA4E-F843-4F06-A0C9-98531EED3508}" v="32" dt="2026-05-21T10:38:36.3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0508" autoAdjust="0"/>
  </p:normalViewPr>
  <p:slideViewPr>
    <p:cSldViewPr snapToGrid="0">
      <p:cViewPr varScale="1">
        <p:scale>
          <a:sx n="74" d="100"/>
          <a:sy n="74" d="100"/>
        </p:scale>
        <p:origin x="38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84893-DC2C-4DF2-9254-10E7B4629F15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5A7CA-EBAE-4554-99D6-EA93C7B3AC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066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68BB4-F2C5-CBBD-F014-65B5B2A69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47486B4-069D-9B8D-D3E6-5F60260D4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F1BB5AF-0019-4087-C226-44BF238CF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3675B71-9A41-E68E-46B1-26B6BBD9E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5A7CA-EBAE-4554-99D6-EA93C7B3ACD3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074616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25BF5F-AB00-7AD9-8DF5-44C43E926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AD27E6-CB49-1469-CF53-EC5391346D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CC11F6-176F-7EC0-4325-031A7F4B6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61948E-7EB0-6501-A9AB-E0B27A63B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D1413E-5695-41DB-C05B-8AB24A58A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2799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4C790E-796C-F05B-B8B2-9A639F25B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0B764F-F5F4-4F76-A3DD-249FB07D6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52EDBC-DF00-5A7F-E9B5-EFA12239C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F59C03-13E4-A57C-3205-3D0EB3DA6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EF2681-0A0F-2449-12BD-742DA75D0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0409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DEBE73-597C-A301-9168-30F841A7E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1138FD-494A-29BD-87BE-C065139DB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E5EFCE-B5C4-CBC1-DD8F-D22F61864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859A34-3F20-B1D1-AA6F-83C0513ED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2E9FEA-7688-90F4-8EFC-49F4EF71D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6294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ABB6B1-FC25-3AF0-B984-D9AA2A72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231CB5-0129-7F7C-8725-F1E76AF7C8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7C5847-35E6-FBF7-7CF4-21FEFD96B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FD3AB1-9BC4-300C-AA48-FD567E86B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E8F704-87B3-6413-811C-67115372E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E8349C-7127-7920-A0D3-A2678EEC6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21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D3F3B-FC51-0D98-3A0B-FA637354A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30CA96-628F-8134-97F3-9C2FC8030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D1649A7-C8FF-83DA-6761-4E5879840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E17C102-76C8-82CC-1D1E-911F8A63C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05C53AB-6ED5-06E4-B48B-0E7E8B9E76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4C6CD65-81EF-6BA1-4548-10123FABD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285C1FE-BBAE-486C-603E-F8D4A94B2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ECD0A4B-0A10-F969-5025-6B65CE06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204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009375-8262-481D-2A93-62B79D22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6D8BAC2-0AE5-6B1F-FD5E-623C91C9C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9A606C4-4951-2C31-152B-A08E3E8C6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8AA08-D682-F6AD-F106-4F1D6385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178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65651E-9185-7C25-F48E-10C739BD3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084BD8B-9097-F83F-BFCC-66FE446E6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49271D-71A1-5A53-AD27-4049EE879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7830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2B150C-8A2D-1729-3B61-E973409C2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1C346E-410D-30AA-0178-C76A4ECAD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E484D5C-7F0E-8F79-2F59-DA5EFE240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21F75B-A409-54C1-45B5-630CE3424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374B70-4EF5-11BF-189F-D410F52C9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AB1B95-F9D9-719F-CF44-2D25ACCBC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4045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BFA511-40C5-CEA5-E2B7-799A1AA94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E87AD81-A6DE-AB99-C099-664989BFB8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C07677-0F56-F880-8146-C9F49C7A8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994333-E20D-C6D7-3E7D-AB5150C45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7DA691-551F-2DC6-9903-FB1582139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7C50E9-582D-08BC-41AC-3DA2C35AE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679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8B9C55-E55C-AA89-E2C5-1D3E1C4D6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4128396-0CD3-94C9-5D4A-DD09EC246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911395-D5B5-869B-E60C-1BADC0FD6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04AE2F-89D4-9EAB-295D-1952E3CDA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BAC45B-3570-8C97-475A-B75F65B5E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124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732E458-287D-C090-483F-BEB35E0131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4035AF9-5B85-0247-54D0-E505FB2ED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33FFD0-11B3-26BE-498B-F9A3C65F5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79D1FE-2E5F-6E54-D372-1E887DCB8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A8840C-14DB-4853-3A64-563272A55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899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Apenas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Adicionar título do diapositivo</a:t>
            </a:r>
          </a:p>
        </p:txBody>
      </p:sp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Adicionar título do capítulo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‹nº›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531100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>
          <p15:clr>
            <a:srgbClr val="FBAE40"/>
          </p15:clr>
        </p15:guide>
        <p15:guide id="2" pos="6747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4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Diapositivo do títul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 2" descr="bg2_d2_169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" y="3"/>
            <a:ext cx="12191871" cy="6858351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889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Pres. Title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7868D6E5-0EC1-4883-8CF9-7E8712A5DE97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258980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>
          <p15:clr>
            <a:srgbClr val="FBAE40"/>
          </p15:clr>
        </p15:guide>
        <p15:guide id="2" pos="63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3443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AEEFB5C-D1C8-79B7-385C-575F61982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BFE753-CF83-086E-9551-AC2495580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5935F2-5750-63F0-CB76-A3FF05D8EE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FD4F55-9A86-658D-FD75-7C8BB71418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D59191-A535-EBCE-4877-3B8772442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0970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FB4BF-4E08-44EE-BD44-B5A8D8469F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pt-BR" sz="8800" dirty="0"/>
            </a:br>
            <a:br>
              <a:rPr lang="pt-BR" sz="8800" dirty="0"/>
            </a:br>
            <a:r>
              <a:rPr lang="pt-BR" sz="8000" dirty="0"/>
              <a:t>Avaliação </a:t>
            </a:r>
            <a:r>
              <a:rPr lang="pt-BR" sz="8000" dirty="0" err="1"/>
              <a:t>tryout</a:t>
            </a:r>
            <a:br>
              <a:rPr lang="pt-BR" sz="8000" dirty="0"/>
            </a:br>
            <a:r>
              <a:rPr lang="pt-BR" sz="8000" dirty="0"/>
              <a:t>05/2026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1780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AF1FC-1D9E-E0CF-6F44-95AE0F012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aixaDeTexto 48">
            <a:extLst>
              <a:ext uri="{FF2B5EF4-FFF2-40B4-BE49-F238E27FC236}">
                <a16:creationId xmlns:a16="http://schemas.microsoft.com/office/drawing/2014/main" id="{5AE7CC0B-0B3A-730C-3CD1-60FB8FEDC8D1}"/>
              </a:ext>
            </a:extLst>
          </p:cNvPr>
          <p:cNvSpPr txBox="1"/>
          <p:nvPr/>
        </p:nvSpPr>
        <p:spPr>
          <a:xfrm>
            <a:off x="7217906" y="877813"/>
            <a:ext cx="3202919" cy="3818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1016264">
              <a:lnSpc>
                <a:spcPts val="2556"/>
              </a:lnSpc>
              <a:spcBef>
                <a:spcPts val="556"/>
              </a:spcBef>
              <a:defRPr/>
            </a:pPr>
            <a:endParaRPr lang="en-US" sz="2001" kern="0">
              <a:solidFill>
                <a:srgbClr val="000000"/>
              </a:solidFill>
              <a:latin typeface="Bosch Office Sans" pitchFamily="34" charset="0"/>
            </a:endParaRPr>
          </a:p>
        </p:txBody>
      </p:sp>
      <p:sp>
        <p:nvSpPr>
          <p:cNvPr id="35" name="Espaço Reservado para Texto 8">
            <a:extLst>
              <a:ext uri="{FF2B5EF4-FFF2-40B4-BE49-F238E27FC236}">
                <a16:creationId xmlns:a16="http://schemas.microsoft.com/office/drawing/2014/main" id="{D57FEC52-224D-AB54-C8CD-4D12658950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271" y="127617"/>
            <a:ext cx="11614987" cy="43211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Cylinder LE – Element – Hard Stage – Pre Honing – 24/04/26</a:t>
            </a:r>
          </a:p>
        </p:txBody>
      </p:sp>
    </p:spTree>
    <p:extLst>
      <p:ext uri="{BB962C8B-B14F-4D97-AF65-F5344CB8AC3E}">
        <p14:creationId xmlns:p14="http://schemas.microsoft.com/office/powerpoint/2010/main" val="1286940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6FB9F1E-2ECE-0032-5AB4-E2E73629E3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lang="pt-BR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4156552213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" name="CaixaDeTexto 48">
            <a:extLst>
              <a:ext uri="{FF2B5EF4-FFF2-40B4-BE49-F238E27FC236}">
                <a16:creationId xmlns:a16="http://schemas.microsoft.com/office/drawing/2014/main" id="{5AE7CC0B-0B3A-730C-3CD1-60FB8FEDC8D1}"/>
              </a:ext>
            </a:extLst>
          </p:cNvPr>
          <p:cNvSpPr txBox="1"/>
          <p:nvPr/>
        </p:nvSpPr>
        <p:spPr>
          <a:xfrm>
            <a:off x="7217906" y="877813"/>
            <a:ext cx="3202919" cy="3818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1016264">
              <a:lnSpc>
                <a:spcPts val="2556"/>
              </a:lnSpc>
              <a:spcBef>
                <a:spcPts val="556"/>
              </a:spcBef>
              <a:defRPr/>
            </a:pPr>
            <a:endParaRPr lang="en-US" sz="2001" kern="0">
              <a:solidFill>
                <a:srgbClr val="000000"/>
              </a:solidFill>
              <a:latin typeface="Bosch Office Sans" pitchFamily="34" charset="0"/>
            </a:endParaRPr>
          </a:p>
        </p:txBody>
      </p:sp>
      <p:sp>
        <p:nvSpPr>
          <p:cNvPr id="35" name="Espaço Reservado para Texto 8">
            <a:extLst>
              <a:ext uri="{FF2B5EF4-FFF2-40B4-BE49-F238E27FC236}">
                <a16:creationId xmlns:a16="http://schemas.microsoft.com/office/drawing/2014/main" id="{D57FEC52-224D-AB54-C8CD-4D12658950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271" y="127617"/>
            <a:ext cx="11614987" cy="43211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Cylinder LE – Element – Hard Stage – Pre Honing – 24/04/26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914400"/>
            <a:ext cx="10058400" cy="411480"/>
          </a:xfrm>
          <a:prstGeom prst="rect">
            <a:avLst/>
          </a:prstGeom>
          <a:solidFill>
            <a:srgbClr val="91B9E1"/>
          </a:solidFill>
          <a:ln>
            <a:solidFill>
              <a:srgbClr val="91B9E1"/>
            </a:solidFill>
          </a:ln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Pallet 06</a:t>
            </a:r>
          </a:p>
        </p:txBody>
      </p:sp>
      <p:pic>
        <p:nvPicPr>
          <p:cNvPr id="51" name="Picture 50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3291840" cy="93377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74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01</a:t>
            </a:r>
          </a:p>
        </p:txBody>
      </p:sp>
      <p:pic>
        <p:nvPicPr>
          <p:cNvPr id="53" name="Picture 52" descr="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371600"/>
            <a:ext cx="3291840" cy="93377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703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11</a:t>
            </a:r>
          </a:p>
        </p:txBody>
      </p:sp>
      <p:pic>
        <p:nvPicPr>
          <p:cNvPr id="55" name="Picture 54" descr="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371600"/>
            <a:ext cx="3291840" cy="93377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132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21</a:t>
            </a:r>
          </a:p>
        </p:txBody>
      </p:sp>
      <p:pic>
        <p:nvPicPr>
          <p:cNvPr id="57" name="Picture 56" descr="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780859"/>
            <a:ext cx="3291840" cy="93377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74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31</a:t>
            </a:r>
          </a:p>
        </p:txBody>
      </p:sp>
      <p:pic>
        <p:nvPicPr>
          <p:cNvPr id="59" name="Picture 58" descr="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2780859"/>
            <a:ext cx="3291840" cy="93377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703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41</a:t>
            </a:r>
          </a:p>
        </p:txBody>
      </p:sp>
      <p:pic>
        <p:nvPicPr>
          <p:cNvPr id="61" name="Picture 60" descr="5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2780859"/>
            <a:ext cx="3291840" cy="93377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132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51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" name="CaixaDeTexto 48">
            <a:extLst>
              <a:ext uri="{FF2B5EF4-FFF2-40B4-BE49-F238E27FC236}">
                <a16:creationId xmlns:a16="http://schemas.microsoft.com/office/drawing/2014/main" id="{5AE7CC0B-0B3A-730C-3CD1-60FB8FEDC8D1}"/>
              </a:ext>
            </a:extLst>
          </p:cNvPr>
          <p:cNvSpPr txBox="1"/>
          <p:nvPr/>
        </p:nvSpPr>
        <p:spPr>
          <a:xfrm>
            <a:off x="7217906" y="877813"/>
            <a:ext cx="3202919" cy="3818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1016264">
              <a:lnSpc>
                <a:spcPts val="2556"/>
              </a:lnSpc>
              <a:spcBef>
                <a:spcPts val="556"/>
              </a:spcBef>
              <a:defRPr/>
            </a:pPr>
            <a:endParaRPr lang="en-US" sz="2001" kern="0">
              <a:solidFill>
                <a:srgbClr val="000000"/>
              </a:solidFill>
              <a:latin typeface="Bosch Office Sans" pitchFamily="34" charset="0"/>
            </a:endParaRPr>
          </a:p>
        </p:txBody>
      </p:sp>
      <p:sp>
        <p:nvSpPr>
          <p:cNvPr id="35" name="Espaço Reservado para Texto 8">
            <a:extLst>
              <a:ext uri="{FF2B5EF4-FFF2-40B4-BE49-F238E27FC236}">
                <a16:creationId xmlns:a16="http://schemas.microsoft.com/office/drawing/2014/main" id="{D57FEC52-224D-AB54-C8CD-4D12658950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271" y="127617"/>
            <a:ext cx="11614987" cy="43211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Cylinder LE – Element – Hard Stage – Pre Honing – 24/04/26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914400"/>
            <a:ext cx="10058400" cy="411480"/>
          </a:xfrm>
          <a:prstGeom prst="rect">
            <a:avLst/>
          </a:prstGeom>
          <a:solidFill>
            <a:srgbClr val="91B9E1"/>
          </a:solidFill>
          <a:ln>
            <a:solidFill>
              <a:srgbClr val="91B9E1"/>
            </a:solidFill>
          </a:ln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Pallet 05</a:t>
            </a:r>
          </a:p>
        </p:txBody>
      </p:sp>
      <p:pic>
        <p:nvPicPr>
          <p:cNvPr id="51" name="Picture 50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3291840" cy="93377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74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02</a:t>
            </a:r>
          </a:p>
        </p:txBody>
      </p:sp>
      <p:pic>
        <p:nvPicPr>
          <p:cNvPr id="53" name="Picture 52" descr="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371600"/>
            <a:ext cx="3291840" cy="93377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703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12</a:t>
            </a:r>
          </a:p>
        </p:txBody>
      </p:sp>
      <p:pic>
        <p:nvPicPr>
          <p:cNvPr id="55" name="Picture 54" descr="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371600"/>
            <a:ext cx="3291840" cy="93377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132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22</a:t>
            </a:r>
          </a:p>
        </p:txBody>
      </p:sp>
      <p:pic>
        <p:nvPicPr>
          <p:cNvPr id="57" name="Picture 56" descr="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780859"/>
            <a:ext cx="3291840" cy="93377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74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32</a:t>
            </a:r>
          </a:p>
        </p:txBody>
      </p:sp>
      <p:pic>
        <p:nvPicPr>
          <p:cNvPr id="59" name="Picture 58" descr="4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2780859"/>
            <a:ext cx="3291840" cy="93377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703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42</a:t>
            </a:r>
          </a:p>
        </p:txBody>
      </p:sp>
      <p:pic>
        <p:nvPicPr>
          <p:cNvPr id="61" name="Picture 60" descr="5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2780859"/>
            <a:ext cx="3291840" cy="93377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132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52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" name="CaixaDeTexto 48">
            <a:extLst>
              <a:ext uri="{FF2B5EF4-FFF2-40B4-BE49-F238E27FC236}">
                <a16:creationId xmlns:a16="http://schemas.microsoft.com/office/drawing/2014/main" id="{5AE7CC0B-0B3A-730C-3CD1-60FB8FEDC8D1}"/>
              </a:ext>
            </a:extLst>
          </p:cNvPr>
          <p:cNvSpPr txBox="1"/>
          <p:nvPr/>
        </p:nvSpPr>
        <p:spPr>
          <a:xfrm>
            <a:off x="7217906" y="877813"/>
            <a:ext cx="3202919" cy="3818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1016264">
              <a:lnSpc>
                <a:spcPts val="2556"/>
              </a:lnSpc>
              <a:spcBef>
                <a:spcPts val="556"/>
              </a:spcBef>
              <a:defRPr/>
            </a:pPr>
            <a:endParaRPr lang="en-US" sz="2001" kern="0">
              <a:solidFill>
                <a:srgbClr val="000000"/>
              </a:solidFill>
              <a:latin typeface="Bosch Office Sans" pitchFamily="34" charset="0"/>
            </a:endParaRPr>
          </a:p>
        </p:txBody>
      </p:sp>
      <p:sp>
        <p:nvSpPr>
          <p:cNvPr id="35" name="Espaço Reservado para Texto 8">
            <a:extLst>
              <a:ext uri="{FF2B5EF4-FFF2-40B4-BE49-F238E27FC236}">
                <a16:creationId xmlns:a16="http://schemas.microsoft.com/office/drawing/2014/main" id="{D57FEC52-224D-AB54-C8CD-4D12658950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271" y="127617"/>
            <a:ext cx="11614987" cy="43211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Cylinder LE – Element – Hard Stage – Pre Honing – 24/04/26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914400"/>
            <a:ext cx="10058400" cy="411480"/>
          </a:xfrm>
          <a:prstGeom prst="rect">
            <a:avLst/>
          </a:prstGeom>
          <a:solidFill>
            <a:srgbClr val="91B9E1"/>
          </a:solidFill>
          <a:ln>
            <a:solidFill>
              <a:srgbClr val="91B9E1"/>
            </a:solidFill>
          </a:ln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Pallet 04</a:t>
            </a:r>
          </a:p>
        </p:txBody>
      </p:sp>
      <p:pic>
        <p:nvPicPr>
          <p:cNvPr id="51" name="Picture 50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3291840" cy="93377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74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03</a:t>
            </a:r>
          </a:p>
        </p:txBody>
      </p:sp>
      <p:pic>
        <p:nvPicPr>
          <p:cNvPr id="53" name="Picture 52" descr="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371600"/>
            <a:ext cx="3291840" cy="93377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703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13</a:t>
            </a:r>
          </a:p>
        </p:txBody>
      </p:sp>
      <p:pic>
        <p:nvPicPr>
          <p:cNvPr id="55" name="Picture 54" descr="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371600"/>
            <a:ext cx="3291840" cy="93377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132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23</a:t>
            </a:r>
          </a:p>
        </p:txBody>
      </p:sp>
      <p:pic>
        <p:nvPicPr>
          <p:cNvPr id="57" name="Picture 56" descr="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780859"/>
            <a:ext cx="3291840" cy="93377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74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33</a:t>
            </a:r>
          </a:p>
        </p:txBody>
      </p:sp>
      <p:pic>
        <p:nvPicPr>
          <p:cNvPr id="59" name="Picture 58" descr="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2780859"/>
            <a:ext cx="3291840" cy="93377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703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43</a:t>
            </a:r>
          </a:p>
        </p:txBody>
      </p:sp>
      <p:pic>
        <p:nvPicPr>
          <p:cNvPr id="61" name="Picture 60" descr="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2780859"/>
            <a:ext cx="3291840" cy="93377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132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53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" name="CaixaDeTexto 48">
            <a:extLst>
              <a:ext uri="{FF2B5EF4-FFF2-40B4-BE49-F238E27FC236}">
                <a16:creationId xmlns:a16="http://schemas.microsoft.com/office/drawing/2014/main" id="{5AE7CC0B-0B3A-730C-3CD1-60FB8FEDC8D1}"/>
              </a:ext>
            </a:extLst>
          </p:cNvPr>
          <p:cNvSpPr txBox="1"/>
          <p:nvPr/>
        </p:nvSpPr>
        <p:spPr>
          <a:xfrm>
            <a:off x="7217906" y="877813"/>
            <a:ext cx="3202919" cy="3818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1016264">
              <a:lnSpc>
                <a:spcPts val="2556"/>
              </a:lnSpc>
              <a:spcBef>
                <a:spcPts val="556"/>
              </a:spcBef>
              <a:defRPr/>
            </a:pPr>
            <a:endParaRPr lang="en-US" sz="2001" kern="0">
              <a:solidFill>
                <a:srgbClr val="000000"/>
              </a:solidFill>
              <a:latin typeface="Bosch Office Sans" pitchFamily="34" charset="0"/>
            </a:endParaRPr>
          </a:p>
        </p:txBody>
      </p:sp>
      <p:sp>
        <p:nvSpPr>
          <p:cNvPr id="35" name="Espaço Reservado para Texto 8">
            <a:extLst>
              <a:ext uri="{FF2B5EF4-FFF2-40B4-BE49-F238E27FC236}">
                <a16:creationId xmlns:a16="http://schemas.microsoft.com/office/drawing/2014/main" id="{D57FEC52-224D-AB54-C8CD-4D12658950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271" y="127617"/>
            <a:ext cx="11614987" cy="43211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Cylinder LE – Element – Hard Stage – Pre Honing – 24/04/26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914400"/>
            <a:ext cx="10058400" cy="411480"/>
          </a:xfrm>
          <a:prstGeom prst="rect">
            <a:avLst/>
          </a:prstGeom>
          <a:solidFill>
            <a:srgbClr val="91B9E1"/>
          </a:solidFill>
          <a:ln>
            <a:solidFill>
              <a:srgbClr val="91B9E1"/>
            </a:solidFill>
          </a:ln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Pallet 03</a:t>
            </a:r>
          </a:p>
        </p:txBody>
      </p:sp>
      <p:pic>
        <p:nvPicPr>
          <p:cNvPr id="51" name="Picture 50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3291840" cy="93377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74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04</a:t>
            </a:r>
          </a:p>
        </p:txBody>
      </p:sp>
      <p:pic>
        <p:nvPicPr>
          <p:cNvPr id="53" name="Picture 52" descr="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371600"/>
            <a:ext cx="3291840" cy="93377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703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14</a:t>
            </a:r>
          </a:p>
        </p:txBody>
      </p:sp>
      <p:pic>
        <p:nvPicPr>
          <p:cNvPr id="55" name="Picture 54" descr="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371600"/>
            <a:ext cx="3291840" cy="93377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132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24</a:t>
            </a:r>
          </a:p>
        </p:txBody>
      </p:sp>
      <p:pic>
        <p:nvPicPr>
          <p:cNvPr id="57" name="Picture 56" descr="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780859"/>
            <a:ext cx="3291840" cy="93377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74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34</a:t>
            </a:r>
          </a:p>
        </p:txBody>
      </p:sp>
      <p:pic>
        <p:nvPicPr>
          <p:cNvPr id="59" name="Picture 58" descr="4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2780859"/>
            <a:ext cx="3291840" cy="93377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703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44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" name="CaixaDeTexto 48">
            <a:extLst>
              <a:ext uri="{FF2B5EF4-FFF2-40B4-BE49-F238E27FC236}">
                <a16:creationId xmlns:a16="http://schemas.microsoft.com/office/drawing/2014/main" id="{5AE7CC0B-0B3A-730C-3CD1-60FB8FEDC8D1}"/>
              </a:ext>
            </a:extLst>
          </p:cNvPr>
          <p:cNvSpPr txBox="1"/>
          <p:nvPr/>
        </p:nvSpPr>
        <p:spPr>
          <a:xfrm>
            <a:off x="7217906" y="877813"/>
            <a:ext cx="3202919" cy="3818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1016264">
              <a:lnSpc>
                <a:spcPts val="2556"/>
              </a:lnSpc>
              <a:spcBef>
                <a:spcPts val="556"/>
              </a:spcBef>
              <a:defRPr/>
            </a:pPr>
            <a:endParaRPr lang="en-US" sz="2001" kern="0">
              <a:solidFill>
                <a:srgbClr val="000000"/>
              </a:solidFill>
              <a:latin typeface="Bosch Office Sans" pitchFamily="34" charset="0"/>
            </a:endParaRPr>
          </a:p>
        </p:txBody>
      </p:sp>
      <p:sp>
        <p:nvSpPr>
          <p:cNvPr id="35" name="Espaço Reservado para Texto 8">
            <a:extLst>
              <a:ext uri="{FF2B5EF4-FFF2-40B4-BE49-F238E27FC236}">
                <a16:creationId xmlns:a16="http://schemas.microsoft.com/office/drawing/2014/main" id="{D57FEC52-224D-AB54-C8CD-4D12658950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271" y="127617"/>
            <a:ext cx="11614987" cy="43211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Cylinder LE – Element – Hard Stage – Pre Honing – 24/04/26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914400"/>
            <a:ext cx="10058400" cy="411480"/>
          </a:xfrm>
          <a:prstGeom prst="rect">
            <a:avLst/>
          </a:prstGeom>
          <a:solidFill>
            <a:srgbClr val="91B9E1"/>
          </a:solidFill>
          <a:ln>
            <a:solidFill>
              <a:srgbClr val="91B9E1"/>
            </a:solidFill>
          </a:ln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Pallet 02</a:t>
            </a:r>
          </a:p>
        </p:txBody>
      </p:sp>
      <p:pic>
        <p:nvPicPr>
          <p:cNvPr id="51" name="Picture 50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3291840" cy="93377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74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05</a:t>
            </a:r>
          </a:p>
        </p:txBody>
      </p:sp>
      <p:pic>
        <p:nvPicPr>
          <p:cNvPr id="53" name="Picture 52" descr="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371600"/>
            <a:ext cx="3291840" cy="93377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703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15</a:t>
            </a:r>
          </a:p>
        </p:txBody>
      </p:sp>
      <p:pic>
        <p:nvPicPr>
          <p:cNvPr id="55" name="Picture 54" descr="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371600"/>
            <a:ext cx="3291840" cy="93377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132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25</a:t>
            </a:r>
          </a:p>
        </p:txBody>
      </p:sp>
      <p:pic>
        <p:nvPicPr>
          <p:cNvPr id="57" name="Picture 56" descr="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780859"/>
            <a:ext cx="3291840" cy="93377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74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35</a:t>
            </a:r>
          </a:p>
        </p:txBody>
      </p:sp>
      <p:pic>
        <p:nvPicPr>
          <p:cNvPr id="59" name="Picture 58" descr="4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2780859"/>
            <a:ext cx="3291840" cy="93377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703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45</a:t>
            </a:r>
          </a:p>
        </p:txBody>
      </p:sp>
      <p:pic>
        <p:nvPicPr>
          <p:cNvPr id="61" name="Picture 60" descr="5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2780859"/>
            <a:ext cx="3291840" cy="93377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132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55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" name="CaixaDeTexto 48">
            <a:extLst>
              <a:ext uri="{FF2B5EF4-FFF2-40B4-BE49-F238E27FC236}">
                <a16:creationId xmlns:a16="http://schemas.microsoft.com/office/drawing/2014/main" id="{5AE7CC0B-0B3A-730C-3CD1-60FB8FEDC8D1}"/>
              </a:ext>
            </a:extLst>
          </p:cNvPr>
          <p:cNvSpPr txBox="1"/>
          <p:nvPr/>
        </p:nvSpPr>
        <p:spPr>
          <a:xfrm>
            <a:off x="7217906" y="877813"/>
            <a:ext cx="3202919" cy="3818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1016264">
              <a:lnSpc>
                <a:spcPts val="2556"/>
              </a:lnSpc>
              <a:spcBef>
                <a:spcPts val="556"/>
              </a:spcBef>
              <a:defRPr/>
            </a:pPr>
            <a:endParaRPr lang="en-US" sz="2001" kern="0">
              <a:solidFill>
                <a:srgbClr val="000000"/>
              </a:solidFill>
              <a:latin typeface="Bosch Office Sans" pitchFamily="34" charset="0"/>
            </a:endParaRPr>
          </a:p>
        </p:txBody>
      </p:sp>
      <p:sp>
        <p:nvSpPr>
          <p:cNvPr id="35" name="Espaço Reservado para Texto 8">
            <a:extLst>
              <a:ext uri="{FF2B5EF4-FFF2-40B4-BE49-F238E27FC236}">
                <a16:creationId xmlns:a16="http://schemas.microsoft.com/office/drawing/2014/main" id="{D57FEC52-224D-AB54-C8CD-4D12658950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271" y="127617"/>
            <a:ext cx="11614987" cy="43211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Cylinder LE – Element – Hard Stage – Pre Honing – 24/04/26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914400"/>
            <a:ext cx="10058400" cy="411480"/>
          </a:xfrm>
          <a:prstGeom prst="rect">
            <a:avLst/>
          </a:prstGeom>
          <a:solidFill>
            <a:srgbClr val="91B9E1"/>
          </a:solidFill>
          <a:ln>
            <a:solidFill>
              <a:srgbClr val="91B9E1"/>
            </a:solidFill>
          </a:ln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Pallet 01</a:t>
            </a:r>
          </a:p>
        </p:txBody>
      </p:sp>
      <p:pic>
        <p:nvPicPr>
          <p:cNvPr id="51" name="Picture 50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3291840" cy="93377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74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06</a:t>
            </a:r>
          </a:p>
        </p:txBody>
      </p:sp>
      <p:pic>
        <p:nvPicPr>
          <p:cNvPr id="53" name="Picture 52" descr="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371600"/>
            <a:ext cx="3291840" cy="93377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703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16</a:t>
            </a:r>
          </a:p>
        </p:txBody>
      </p:sp>
      <p:pic>
        <p:nvPicPr>
          <p:cNvPr id="55" name="Picture 54" descr="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371600"/>
            <a:ext cx="3291840" cy="93377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132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26</a:t>
            </a:r>
          </a:p>
        </p:txBody>
      </p:sp>
      <p:pic>
        <p:nvPicPr>
          <p:cNvPr id="57" name="Picture 56" descr="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780859"/>
            <a:ext cx="3291840" cy="93377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74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36</a:t>
            </a:r>
          </a:p>
        </p:txBody>
      </p:sp>
      <p:pic>
        <p:nvPicPr>
          <p:cNvPr id="59" name="Picture 58" descr="4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2780859"/>
            <a:ext cx="3291840" cy="93377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703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46</a:t>
            </a:r>
          </a:p>
        </p:txBody>
      </p:sp>
      <p:pic>
        <p:nvPicPr>
          <p:cNvPr id="61" name="Picture 60" descr="5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2780859"/>
            <a:ext cx="3291840" cy="93377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132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" name="CaixaDeTexto 48">
            <a:extLst>
              <a:ext uri="{FF2B5EF4-FFF2-40B4-BE49-F238E27FC236}">
                <a16:creationId xmlns:a16="http://schemas.microsoft.com/office/drawing/2014/main" id="{5AE7CC0B-0B3A-730C-3CD1-60FB8FEDC8D1}"/>
              </a:ext>
            </a:extLst>
          </p:cNvPr>
          <p:cNvSpPr txBox="1"/>
          <p:nvPr/>
        </p:nvSpPr>
        <p:spPr>
          <a:xfrm>
            <a:off x="7217906" y="877813"/>
            <a:ext cx="3202919" cy="3818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1016264">
              <a:lnSpc>
                <a:spcPts val="2556"/>
              </a:lnSpc>
              <a:spcBef>
                <a:spcPts val="556"/>
              </a:spcBef>
              <a:defRPr/>
            </a:pPr>
            <a:endParaRPr lang="en-US" sz="2001" kern="0">
              <a:solidFill>
                <a:srgbClr val="000000"/>
              </a:solidFill>
              <a:latin typeface="Bosch Office Sans" pitchFamily="34" charset="0"/>
            </a:endParaRPr>
          </a:p>
        </p:txBody>
      </p:sp>
      <p:sp>
        <p:nvSpPr>
          <p:cNvPr id="35" name="Espaço Reservado para Texto 8">
            <a:extLst>
              <a:ext uri="{FF2B5EF4-FFF2-40B4-BE49-F238E27FC236}">
                <a16:creationId xmlns:a16="http://schemas.microsoft.com/office/drawing/2014/main" id="{D57FEC52-224D-AB54-C8CD-4D12658950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271" y="127617"/>
            <a:ext cx="11614987" cy="43211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Cylinder LE – Element – Hard Stage – Pre Honing – 24/04/26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914400"/>
            <a:ext cx="10058400" cy="411480"/>
          </a:xfrm>
          <a:prstGeom prst="rect">
            <a:avLst/>
          </a:prstGeom>
          <a:solidFill>
            <a:srgbClr val="91B9E1"/>
          </a:solidFill>
          <a:ln>
            <a:solidFill>
              <a:srgbClr val="91B9E1"/>
            </a:solidFill>
          </a:ln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Pallet 10</a:t>
            </a:r>
          </a:p>
        </p:txBody>
      </p:sp>
      <p:pic>
        <p:nvPicPr>
          <p:cNvPr id="51" name="Picture 50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3291840" cy="93377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74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07</a:t>
            </a:r>
          </a:p>
        </p:txBody>
      </p:sp>
      <p:pic>
        <p:nvPicPr>
          <p:cNvPr id="53" name="Picture 52" descr="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371600"/>
            <a:ext cx="3291840" cy="93377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703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17</a:t>
            </a:r>
          </a:p>
        </p:txBody>
      </p:sp>
      <p:pic>
        <p:nvPicPr>
          <p:cNvPr id="55" name="Picture 54" descr="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371600"/>
            <a:ext cx="3291840" cy="93377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132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27</a:t>
            </a:r>
          </a:p>
        </p:txBody>
      </p:sp>
      <p:pic>
        <p:nvPicPr>
          <p:cNvPr id="57" name="Picture 56" descr="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780859"/>
            <a:ext cx="3291840" cy="93377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74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37</a:t>
            </a:r>
          </a:p>
        </p:txBody>
      </p:sp>
      <p:pic>
        <p:nvPicPr>
          <p:cNvPr id="59" name="Picture 58" descr="4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2780859"/>
            <a:ext cx="3291840" cy="93377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703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47</a:t>
            </a:r>
          </a:p>
        </p:txBody>
      </p:sp>
      <p:pic>
        <p:nvPicPr>
          <p:cNvPr id="61" name="Picture 60" descr="5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2780859"/>
            <a:ext cx="3291840" cy="93377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132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57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" name="CaixaDeTexto 48">
            <a:extLst>
              <a:ext uri="{FF2B5EF4-FFF2-40B4-BE49-F238E27FC236}">
                <a16:creationId xmlns:a16="http://schemas.microsoft.com/office/drawing/2014/main" id="{5AE7CC0B-0B3A-730C-3CD1-60FB8FEDC8D1}"/>
              </a:ext>
            </a:extLst>
          </p:cNvPr>
          <p:cNvSpPr txBox="1"/>
          <p:nvPr/>
        </p:nvSpPr>
        <p:spPr>
          <a:xfrm>
            <a:off x="7217906" y="877813"/>
            <a:ext cx="3202919" cy="3818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1016264">
              <a:lnSpc>
                <a:spcPts val="2556"/>
              </a:lnSpc>
              <a:spcBef>
                <a:spcPts val="556"/>
              </a:spcBef>
              <a:defRPr/>
            </a:pPr>
            <a:endParaRPr lang="en-US" sz="2001" kern="0">
              <a:solidFill>
                <a:srgbClr val="000000"/>
              </a:solidFill>
              <a:latin typeface="Bosch Office Sans" pitchFamily="34" charset="0"/>
            </a:endParaRPr>
          </a:p>
        </p:txBody>
      </p:sp>
      <p:sp>
        <p:nvSpPr>
          <p:cNvPr id="35" name="Espaço Reservado para Texto 8">
            <a:extLst>
              <a:ext uri="{FF2B5EF4-FFF2-40B4-BE49-F238E27FC236}">
                <a16:creationId xmlns:a16="http://schemas.microsoft.com/office/drawing/2014/main" id="{D57FEC52-224D-AB54-C8CD-4D12658950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271" y="127617"/>
            <a:ext cx="11614987" cy="43211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Cylinder LE – Element – Hard Stage – Pre Honing – 24/04/26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914400"/>
            <a:ext cx="10058400" cy="411480"/>
          </a:xfrm>
          <a:prstGeom prst="rect">
            <a:avLst/>
          </a:prstGeom>
          <a:solidFill>
            <a:srgbClr val="91B9E1"/>
          </a:solidFill>
          <a:ln>
            <a:solidFill>
              <a:srgbClr val="91B9E1"/>
            </a:solidFill>
          </a:ln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Pallet 09</a:t>
            </a:r>
          </a:p>
        </p:txBody>
      </p:sp>
      <p:pic>
        <p:nvPicPr>
          <p:cNvPr id="51" name="Picture 50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3291840" cy="93377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74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08</a:t>
            </a:r>
          </a:p>
        </p:txBody>
      </p:sp>
      <p:pic>
        <p:nvPicPr>
          <p:cNvPr id="53" name="Picture 52" descr="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371600"/>
            <a:ext cx="3291840" cy="93377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703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18</a:t>
            </a:r>
          </a:p>
        </p:txBody>
      </p:sp>
      <p:pic>
        <p:nvPicPr>
          <p:cNvPr id="55" name="Picture 54" descr="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371600"/>
            <a:ext cx="3291840" cy="93377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132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28</a:t>
            </a:r>
          </a:p>
        </p:txBody>
      </p:sp>
      <p:pic>
        <p:nvPicPr>
          <p:cNvPr id="57" name="Picture 56" descr="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780859"/>
            <a:ext cx="3291840" cy="93377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74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38</a:t>
            </a:r>
          </a:p>
        </p:txBody>
      </p:sp>
      <p:pic>
        <p:nvPicPr>
          <p:cNvPr id="59" name="Picture 58" descr="4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2780859"/>
            <a:ext cx="3291840" cy="93377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703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48</a:t>
            </a:r>
          </a:p>
        </p:txBody>
      </p:sp>
      <p:pic>
        <p:nvPicPr>
          <p:cNvPr id="61" name="Picture 60" descr="5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2780859"/>
            <a:ext cx="3291840" cy="93377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132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58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" name="CaixaDeTexto 48">
            <a:extLst>
              <a:ext uri="{FF2B5EF4-FFF2-40B4-BE49-F238E27FC236}">
                <a16:creationId xmlns:a16="http://schemas.microsoft.com/office/drawing/2014/main" id="{5AE7CC0B-0B3A-730C-3CD1-60FB8FEDC8D1}"/>
              </a:ext>
            </a:extLst>
          </p:cNvPr>
          <p:cNvSpPr txBox="1"/>
          <p:nvPr/>
        </p:nvSpPr>
        <p:spPr>
          <a:xfrm>
            <a:off x="7217906" y="877813"/>
            <a:ext cx="3202919" cy="3818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1016264">
              <a:lnSpc>
                <a:spcPts val="2556"/>
              </a:lnSpc>
              <a:spcBef>
                <a:spcPts val="556"/>
              </a:spcBef>
              <a:defRPr/>
            </a:pPr>
            <a:endParaRPr lang="en-US" sz="2001" kern="0">
              <a:solidFill>
                <a:srgbClr val="000000"/>
              </a:solidFill>
              <a:latin typeface="Bosch Office Sans" pitchFamily="34" charset="0"/>
            </a:endParaRPr>
          </a:p>
        </p:txBody>
      </p:sp>
      <p:sp>
        <p:nvSpPr>
          <p:cNvPr id="35" name="Espaço Reservado para Texto 8">
            <a:extLst>
              <a:ext uri="{FF2B5EF4-FFF2-40B4-BE49-F238E27FC236}">
                <a16:creationId xmlns:a16="http://schemas.microsoft.com/office/drawing/2014/main" id="{D57FEC52-224D-AB54-C8CD-4D12658950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271" y="127617"/>
            <a:ext cx="11614987" cy="43211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Cylinder LE – Element – Hard Stage – Pre Honing – 24/04/26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914400"/>
            <a:ext cx="10058400" cy="411480"/>
          </a:xfrm>
          <a:prstGeom prst="rect">
            <a:avLst/>
          </a:prstGeom>
          <a:solidFill>
            <a:srgbClr val="91B9E1"/>
          </a:solidFill>
          <a:ln>
            <a:solidFill>
              <a:srgbClr val="91B9E1"/>
            </a:solidFill>
          </a:ln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Pallet 11</a:t>
            </a:r>
          </a:p>
        </p:txBody>
      </p:sp>
      <p:pic>
        <p:nvPicPr>
          <p:cNvPr id="51" name="Picture 50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3291840" cy="93377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74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09</a:t>
            </a:r>
          </a:p>
        </p:txBody>
      </p:sp>
      <p:pic>
        <p:nvPicPr>
          <p:cNvPr id="53" name="Picture 52" descr="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371600"/>
            <a:ext cx="3291840" cy="93377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703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19</a:t>
            </a:r>
          </a:p>
        </p:txBody>
      </p:sp>
      <p:pic>
        <p:nvPicPr>
          <p:cNvPr id="55" name="Picture 54" descr="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371600"/>
            <a:ext cx="3291840" cy="93377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132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29</a:t>
            </a:r>
          </a:p>
        </p:txBody>
      </p:sp>
      <p:pic>
        <p:nvPicPr>
          <p:cNvPr id="57" name="Picture 56" descr="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780859"/>
            <a:ext cx="3291840" cy="93377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74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39</a:t>
            </a:r>
          </a:p>
        </p:txBody>
      </p:sp>
      <p:pic>
        <p:nvPicPr>
          <p:cNvPr id="59" name="Picture 58" descr="4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2780859"/>
            <a:ext cx="3291840" cy="93377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703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49</a:t>
            </a:r>
          </a:p>
        </p:txBody>
      </p:sp>
      <p:pic>
        <p:nvPicPr>
          <p:cNvPr id="61" name="Picture 60" descr="5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2780859"/>
            <a:ext cx="3291840" cy="93377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132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59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" name="CaixaDeTexto 48">
            <a:extLst>
              <a:ext uri="{FF2B5EF4-FFF2-40B4-BE49-F238E27FC236}">
                <a16:creationId xmlns:a16="http://schemas.microsoft.com/office/drawing/2014/main" id="{5AE7CC0B-0B3A-730C-3CD1-60FB8FEDC8D1}"/>
              </a:ext>
            </a:extLst>
          </p:cNvPr>
          <p:cNvSpPr txBox="1"/>
          <p:nvPr/>
        </p:nvSpPr>
        <p:spPr>
          <a:xfrm>
            <a:off x="7217906" y="877813"/>
            <a:ext cx="3202919" cy="3818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1016264">
              <a:lnSpc>
                <a:spcPts val="2556"/>
              </a:lnSpc>
              <a:spcBef>
                <a:spcPts val="556"/>
              </a:spcBef>
              <a:defRPr/>
            </a:pPr>
            <a:endParaRPr lang="en-US" sz="2001" kern="0">
              <a:solidFill>
                <a:srgbClr val="000000"/>
              </a:solidFill>
              <a:latin typeface="Bosch Office Sans" pitchFamily="34" charset="0"/>
            </a:endParaRPr>
          </a:p>
        </p:txBody>
      </p:sp>
      <p:sp>
        <p:nvSpPr>
          <p:cNvPr id="35" name="Espaço Reservado para Texto 8">
            <a:extLst>
              <a:ext uri="{FF2B5EF4-FFF2-40B4-BE49-F238E27FC236}">
                <a16:creationId xmlns:a16="http://schemas.microsoft.com/office/drawing/2014/main" id="{D57FEC52-224D-AB54-C8CD-4D12658950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271" y="127617"/>
            <a:ext cx="11614987" cy="43211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Cylinder LE – Element – Hard Stage – Pre Honing – 24/04/26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914400"/>
            <a:ext cx="10058400" cy="411480"/>
          </a:xfrm>
          <a:prstGeom prst="rect">
            <a:avLst/>
          </a:prstGeom>
          <a:solidFill>
            <a:srgbClr val="91B9E1"/>
          </a:solidFill>
          <a:ln>
            <a:solidFill>
              <a:srgbClr val="91B9E1"/>
            </a:solidFill>
          </a:ln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Pallet 07</a:t>
            </a:r>
          </a:p>
        </p:txBody>
      </p:sp>
      <p:pic>
        <p:nvPicPr>
          <p:cNvPr id="51" name="Picture 50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3291840" cy="93377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74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10</a:t>
            </a:r>
          </a:p>
        </p:txBody>
      </p:sp>
      <p:pic>
        <p:nvPicPr>
          <p:cNvPr id="53" name="Picture 52" descr="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371600"/>
            <a:ext cx="3291840" cy="93377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703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20</a:t>
            </a:r>
          </a:p>
        </p:txBody>
      </p:sp>
      <p:pic>
        <p:nvPicPr>
          <p:cNvPr id="55" name="Picture 54" descr="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371600"/>
            <a:ext cx="3291840" cy="93377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132320" y="2305371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30</a:t>
            </a:r>
          </a:p>
        </p:txBody>
      </p:sp>
      <p:pic>
        <p:nvPicPr>
          <p:cNvPr id="57" name="Picture 56" descr="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780859"/>
            <a:ext cx="3291840" cy="93377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74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40</a:t>
            </a:r>
          </a:p>
        </p:txBody>
      </p:sp>
      <p:pic>
        <p:nvPicPr>
          <p:cNvPr id="59" name="Picture 58" descr="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2780859"/>
            <a:ext cx="3291840" cy="93377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703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50</a:t>
            </a:r>
          </a:p>
        </p:txBody>
      </p:sp>
      <p:pic>
        <p:nvPicPr>
          <p:cNvPr id="61" name="Picture 60" descr="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2780859"/>
            <a:ext cx="3291840" cy="93377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132320" y="371463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3C3C3C"/>
                </a:solidFill>
              </a:rPr>
              <a:t>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3a9d2f1-660a-433b-9f6f-3c98b8b6aad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29041A6D68A04D92E5175C9D7392F0" ma:contentTypeVersion="13" ma:contentTypeDescription="Create a new document." ma:contentTypeScope="" ma:versionID="9089875b978e0226e56aaec2a9aedcc0">
  <xsd:schema xmlns:xsd="http://www.w3.org/2001/XMLSchema" xmlns:xs="http://www.w3.org/2001/XMLSchema" xmlns:p="http://schemas.microsoft.com/office/2006/metadata/properties" xmlns:ns2="03a9d2f1-660a-433b-9f6f-3c98b8b6aadf" xmlns:ns3="b9d8d5ac-640a-4ba0-84cf-fad7e702d9dd" targetNamespace="http://schemas.microsoft.com/office/2006/metadata/properties" ma:root="true" ma:fieldsID="1f699ad84be3f348048e8f7f73957246" ns2:_="" ns3:_="">
    <xsd:import namespace="03a9d2f1-660a-433b-9f6f-3c98b8b6aadf"/>
    <xsd:import namespace="b9d8d5ac-640a-4ba0-84cf-fad7e702d9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a9d2f1-660a-433b-9f6f-3c98b8b6aa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ce50c28b-242c-4b51-be91-908d422433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d8d5ac-640a-4ba0-84cf-fad7e702d9d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5110E2-CEBD-4A74-975B-1D5389526809}">
  <ds:schemaRefs>
    <ds:schemaRef ds:uri="http://purl.org/dc/elements/1.1/"/>
    <ds:schemaRef ds:uri="http://purl.org/dc/dcmitype/"/>
    <ds:schemaRef ds:uri="http://schemas.microsoft.com/office/2006/documentManagement/types"/>
    <ds:schemaRef ds:uri="b9d8d5ac-640a-4ba0-84cf-fad7e702d9dd"/>
    <ds:schemaRef ds:uri="http://purl.org/dc/terms/"/>
    <ds:schemaRef ds:uri="http://www.w3.org/XML/1998/namespace"/>
    <ds:schemaRef ds:uri="03a9d2f1-660a-433b-9f6f-3c98b8b6aadf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CE9D1E1-3B86-46D3-9309-0D8F52E4B027}">
  <ds:schemaRefs>
    <ds:schemaRef ds:uri="03a9d2f1-660a-433b-9f6f-3c98b8b6aadf"/>
    <ds:schemaRef ds:uri="b9d8d5ac-640a-4ba0-84cf-fad7e702d9d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884838C-9495-4363-8B69-D14CE63280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Widescreen</PresentationFormat>
  <Paragraphs>4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Bosch Office Sans</vt:lpstr>
      <vt:lpstr>Calibri</vt:lpstr>
      <vt:lpstr>Calibri Light</vt:lpstr>
      <vt:lpstr>Tema do Office</vt:lpstr>
      <vt:lpstr>  Avaliação tryout 05/2026</vt:lpstr>
      <vt:lpstr>Apresentação do PowerPoint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Hip Groove grinding Travel informations</dc:title>
  <dc:creator>Caitano Taynan (CtP/TEF12)</dc:creator>
  <cp:lastModifiedBy>Vilhena Thiago (CtP/ETS)</cp:lastModifiedBy>
  <cp:revision>220</cp:revision>
  <cp:lastPrinted>2025-08-07T11:33:58Z</cp:lastPrinted>
  <dcterms:created xsi:type="dcterms:W3CDTF">2025-01-22T13:21:26Z</dcterms:created>
  <dcterms:modified xsi:type="dcterms:W3CDTF">2026-05-22T17:21:20Z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0x0101000C29041A6D68A04D92E5175C9D7392F0</vt:lpwstr>
  </property>
  <property fmtid="{D5CDD505-2E9C-101B-9397-08002B2CF9AE}" pid="3" name="MediaServiceImageTags">
    <vt:lpwstr/>
  </property>
</Properties>
</file>